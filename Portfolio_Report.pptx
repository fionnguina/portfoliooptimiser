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7"/>
    <p:sldId id="258" r:id="rId8"/>
    <p:sldId id="259" r:id="rId9"/>
    <p:sldId id="260" r:id="rId10"/>
  </p:sldIdLst>
  <p:sldSz cx="9144000" cy="6858000" type="screen4x3"/>
  <p:notesSz cx="6858000" cy="9144000"/>
  <p:defaultTextStyle>
    <a:defPPr>
      <a:defRPr lang="en-US"/>
    </a:defPPr>
    <a:lvl1pPr marL="0" algn="l" defTabSz="68558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790" algn="l" defTabSz="68558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581" algn="l" defTabSz="68558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371" algn="l" defTabSz="68558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162" algn="l" defTabSz="68558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3952" algn="l" defTabSz="68558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6744" algn="l" defTabSz="68558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399534" algn="l" defTabSz="68558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2325" algn="l" defTabSz="68558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2082" y="30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e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e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eg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eg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jpeg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jpeg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eg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eg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10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EC1D0E1-91FC-A417-1FFD-26F43E8506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4" name="Picture Placeholder 20">
            <a:extLst>
              <a:ext uri="{FF2B5EF4-FFF2-40B4-BE49-F238E27FC236}">
                <a16:creationId xmlns:a16="http://schemas.microsoft.com/office/drawing/2014/main" id="{E9670259-4695-428B-A004-7FC80D7094B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" y="2"/>
            <a:ext cx="9142875" cy="472666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lIns="612000" tIns="360000" rIns="576000" bIns="360000" anchor="ctr" anchorCtr="0">
            <a:noAutofit/>
          </a:bodyPr>
          <a:lstStyle>
            <a:lvl1pPr algn="l">
              <a:defRPr sz="738" b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b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</a:lstStyle>
          <a:p>
            <a:r>
              <a:rPr lang="en-AU" dirty="0"/>
              <a:t>To insert an image, select ‘Insert Picture’, or click on icon. Select ‘Picture Format &gt; Crop’ to edit size and position of picture.</a:t>
            </a:r>
          </a:p>
        </p:txBody>
      </p:sp>
      <p:pic>
        <p:nvPicPr>
          <p:cNvPr id="5" name="Picture 4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F48D1868-97A3-C742-EC94-AEE3634B3A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33" y="4772905"/>
            <a:ext cx="6938053" cy="176147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C192214-A577-F6FA-F8BE-05F65965446A}"/>
              </a:ext>
            </a:extLst>
          </p:cNvPr>
          <p:cNvSpPr/>
          <p:nvPr/>
        </p:nvSpPr>
        <p:spPr>
          <a:xfrm>
            <a:off x="1" y="4726670"/>
            <a:ext cx="9142875" cy="852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8BF912-8F07-382F-3BF0-FCBB3DF27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658" y="5266432"/>
            <a:ext cx="6290582" cy="642939"/>
          </a:xfrm>
        </p:spPr>
        <p:txBody>
          <a:bodyPr/>
          <a:lstStyle>
            <a:lvl1pPr>
              <a:defRPr sz="264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176188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atter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123113-1C08-C01B-20DC-0E297EDD625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8360A8A-359D-1B35-BB60-8E268AF607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0564"/>
            <a:ext cx="9144000" cy="4724400"/>
          </a:xfrm>
          <a:prstGeom prst="rect">
            <a:avLst/>
          </a:prstGeom>
        </p:spPr>
      </p:pic>
      <p:pic>
        <p:nvPicPr>
          <p:cNvPr id="9" name="Picture 8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78160FB2-0E37-B0B2-BCAB-F8D0408092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33" y="4772905"/>
            <a:ext cx="6938054" cy="176147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5964714-F03C-ECE6-81E0-7D7B2B657FBE}"/>
              </a:ext>
            </a:extLst>
          </p:cNvPr>
          <p:cNvSpPr/>
          <p:nvPr/>
        </p:nvSpPr>
        <p:spPr>
          <a:xfrm>
            <a:off x="1" y="4726670"/>
            <a:ext cx="9142875" cy="852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536246F-DB5E-F4CA-58F1-E8EB3DC41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68F9FA-F0AB-A692-F801-002DD45221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9061" y="2294194"/>
            <a:ext cx="7839499" cy="888444"/>
          </a:xfrm>
        </p:spPr>
        <p:txBody>
          <a:bodyPr anchor="b"/>
          <a:lstStyle>
            <a:lvl1pPr>
              <a:defRPr sz="4218"/>
            </a:lvl1pPr>
          </a:lstStyle>
          <a:p>
            <a:r>
              <a:rPr lang="en-US"/>
              <a:t>Click to edit  title</a:t>
            </a:r>
            <a:endParaRPr lang="en-AU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7297163-025A-8B63-7E40-4101DEC55B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5442" y="3174504"/>
            <a:ext cx="7839499" cy="1377512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847" b="0">
                <a:solidFill>
                  <a:schemeClr val="bg1"/>
                </a:solidFill>
              </a:defRPr>
            </a:lvl1pPr>
            <a:lvl2pPr marL="0" indent="0" algn="l">
              <a:lnSpc>
                <a:spcPct val="90000"/>
              </a:lnSpc>
              <a:spcAft>
                <a:spcPts val="0"/>
              </a:spcAft>
              <a:buNone/>
              <a:defRPr sz="2847" b="0">
                <a:solidFill>
                  <a:schemeClr val="bg1"/>
                </a:solidFill>
              </a:defRPr>
            </a:lvl2pPr>
            <a:lvl3pPr marL="0" indent="0" algn="l">
              <a:lnSpc>
                <a:spcPct val="90000"/>
              </a:lnSpc>
              <a:spcAft>
                <a:spcPts val="0"/>
              </a:spcAft>
              <a:buNone/>
              <a:defRPr sz="2847" b="0">
                <a:solidFill>
                  <a:schemeClr val="bg1"/>
                </a:solidFill>
              </a:defRPr>
            </a:lvl3pPr>
            <a:lvl4pPr marL="0" indent="0" algn="l">
              <a:lnSpc>
                <a:spcPct val="90000"/>
              </a:lnSpc>
              <a:spcAft>
                <a:spcPts val="0"/>
              </a:spcAft>
              <a:buNone/>
              <a:defRPr sz="2847" b="0">
                <a:solidFill>
                  <a:schemeClr val="bg1"/>
                </a:solidFill>
              </a:defRPr>
            </a:lvl4pPr>
            <a:lvl5pPr marL="0" indent="0" algn="l">
              <a:lnSpc>
                <a:spcPct val="90000"/>
              </a:lnSpc>
              <a:spcAft>
                <a:spcPts val="0"/>
              </a:spcAft>
              <a:buNone/>
              <a:defRPr sz="2847" b="0">
                <a:solidFill>
                  <a:schemeClr val="bg1"/>
                </a:solidFill>
              </a:defRPr>
            </a:lvl5pPr>
            <a:lvl6pPr marL="0" indent="0" algn="l">
              <a:lnSpc>
                <a:spcPct val="90000"/>
              </a:lnSpc>
              <a:spcAft>
                <a:spcPts val="0"/>
              </a:spcAft>
              <a:buNone/>
              <a:defRPr sz="2847" b="0">
                <a:solidFill>
                  <a:schemeClr val="bg1"/>
                </a:solidFill>
              </a:defRPr>
            </a:lvl6pPr>
            <a:lvl7pPr marL="0" indent="0" algn="l">
              <a:lnSpc>
                <a:spcPct val="90000"/>
              </a:lnSpc>
              <a:spcAft>
                <a:spcPts val="0"/>
              </a:spcAft>
              <a:buNone/>
              <a:defRPr sz="2847" b="0">
                <a:solidFill>
                  <a:schemeClr val="bg1"/>
                </a:solidFill>
              </a:defRPr>
            </a:lvl7pPr>
            <a:lvl8pPr marL="0" indent="0" algn="l">
              <a:lnSpc>
                <a:spcPct val="90000"/>
              </a:lnSpc>
              <a:spcAft>
                <a:spcPts val="0"/>
              </a:spcAft>
              <a:buNone/>
              <a:defRPr sz="2847" b="0">
                <a:solidFill>
                  <a:schemeClr val="bg1"/>
                </a:solidFill>
              </a:defRPr>
            </a:lvl8pPr>
            <a:lvl9pPr marL="0" indent="0" algn="l">
              <a:lnSpc>
                <a:spcPct val="90000"/>
              </a:lnSpc>
              <a:spcAft>
                <a:spcPts val="0"/>
              </a:spcAft>
              <a:buNone/>
              <a:defRPr sz="2847" b="0">
                <a:solidFill>
                  <a:schemeClr val="bg1"/>
                </a:solidFill>
              </a:defRPr>
            </a:lvl9pPr>
          </a:lstStyle>
          <a:p>
            <a:r>
              <a:rPr lang="en-US"/>
              <a:t>Click to add subtitle</a:t>
            </a:r>
          </a:p>
          <a:p>
            <a:pPr lvl="1"/>
            <a:r>
              <a:rPr lang="en-US"/>
              <a:t>2</a:t>
            </a:r>
          </a:p>
          <a:p>
            <a:pPr lvl="2"/>
            <a:r>
              <a:rPr lang="en-US"/>
              <a:t>3</a:t>
            </a:r>
          </a:p>
          <a:p>
            <a:pPr lvl="3"/>
            <a:r>
              <a:rPr lang="en-US"/>
              <a:t>4</a:t>
            </a:r>
          </a:p>
          <a:p>
            <a:pPr lvl="4"/>
            <a:r>
              <a:rPr lang="en-US"/>
              <a:t>5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  <a:endParaRPr lang="en-GB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6CF81AF4-8602-4FA4-FD31-B0DE72BC57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2657" y="5514928"/>
            <a:ext cx="3037500" cy="316437"/>
          </a:xfrm>
        </p:spPr>
        <p:txBody>
          <a:bodyPr lIns="0" tIns="0" rIns="0" bIns="0"/>
          <a:lstStyle>
            <a:lvl1pPr algn="l">
              <a:defRPr sz="1793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996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-fixed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944D0B-EF86-EB02-8C76-F7B9003B126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7A043A-1F32-82FE-CDBF-30916321CFD7}"/>
              </a:ext>
            </a:extLst>
          </p:cNvPr>
          <p:cNvSpPr/>
          <p:nvPr/>
        </p:nvSpPr>
        <p:spPr>
          <a:xfrm>
            <a:off x="1" y="6511976"/>
            <a:ext cx="9142875" cy="379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D500845-341C-8793-17AF-883B9232965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FAF738A-BBC1-0517-F019-70133E8180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585"/>
            <a:ext cx="9144000" cy="6519333"/>
          </a:xfrm>
          <a:prstGeom prst="rect">
            <a:avLst/>
          </a:prstGeom>
        </p:spPr>
      </p:pic>
      <p:sp>
        <p:nvSpPr>
          <p:cNvPr id="25" name="Title 5">
            <a:extLst>
              <a:ext uri="{FF2B5EF4-FFF2-40B4-BE49-F238E27FC236}">
                <a16:creationId xmlns:a16="http://schemas.microsoft.com/office/drawing/2014/main" id="{3073BAE5-93D5-42A3-0293-379BDC9925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9060" y="2267404"/>
            <a:ext cx="5499030" cy="3385088"/>
          </a:xfrm>
        </p:spPr>
        <p:txBody>
          <a:bodyPr anchor="b"/>
          <a:lstStyle>
            <a:lvl1pPr>
              <a:lnSpc>
                <a:spcPct val="88000"/>
              </a:lnSpc>
              <a:defRPr sz="3427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Section Divider title 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3470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with image and patter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11" hidden="1">
            <a:extLst>
              <a:ext uri="{FF2B5EF4-FFF2-40B4-BE49-F238E27FC236}">
                <a16:creationId xmlns:a16="http://schemas.microsoft.com/office/drawing/2014/main" id="{168E0F3B-ACD8-601A-75D9-FF5F973F60E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20286729"/>
              </p:ext>
            </p:extLst>
          </p:nvPr>
        </p:nvGraphicFramePr>
        <p:xfrm>
          <a:off x="1588" y="2118"/>
          <a:ext cx="1588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2" name="Object 11" hidden="1">
                        <a:extLst>
                          <a:ext uri="{FF2B5EF4-FFF2-40B4-BE49-F238E27FC236}">
                            <a16:creationId xmlns:a16="http://schemas.microsoft.com/office/drawing/2014/main" id="{168E0F3B-ACD8-601A-75D9-FF5F973F60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2118"/>
                        <a:ext cx="1588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748E0E54-1802-13E7-1939-1FAF2B17B390}"/>
              </a:ext>
            </a:extLst>
          </p:cNvPr>
          <p:cNvSpPr/>
          <p:nvPr/>
        </p:nvSpPr>
        <p:spPr>
          <a:xfrm>
            <a:off x="0" y="1"/>
            <a:ext cx="9144000" cy="6857732"/>
          </a:xfrm>
          <a:prstGeom prst="rect">
            <a:avLst/>
          </a:prstGeom>
          <a:solidFill>
            <a:srgbClr val="0088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  <p:sp>
        <p:nvSpPr>
          <p:cNvPr id="15" name="Image">
            <a:extLst>
              <a:ext uri="{FF2B5EF4-FFF2-40B4-BE49-F238E27FC236}">
                <a16:creationId xmlns:a16="http://schemas.microsoft.com/office/drawing/2014/main" id="{3162849C-38F5-3F60-2E96-FBDE70FAF29F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126" y="-1"/>
            <a:ext cx="9142875" cy="6506655"/>
          </a:xfrm>
          <a:prstGeom prst="rect">
            <a:avLst/>
          </a:prstGeom>
          <a:noFill/>
        </p:spPr>
        <p:txBody>
          <a:bodyPr wrap="square" lIns="2880000" tIns="360000" rIns="8280000" bIns="360000" anchor="t" anchorCtr="0">
            <a:noAutofit/>
          </a:bodyPr>
          <a:lstStyle>
            <a:lvl1pPr algn="l">
              <a:defRPr sz="738" b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b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</a:lstStyle>
          <a:p>
            <a:r>
              <a:rPr lang="en-AU"/>
              <a:t>To insert an image, select ‘Insert Picture’.</a:t>
            </a:r>
          </a:p>
        </p:txBody>
      </p:sp>
      <p:sp>
        <p:nvSpPr>
          <p:cNvPr id="3" name="Gradient overlay">
            <a:extLst>
              <a:ext uri="{FF2B5EF4-FFF2-40B4-BE49-F238E27FC236}">
                <a16:creationId xmlns:a16="http://schemas.microsoft.com/office/drawing/2014/main" id="{A56D1C3E-4DAE-F731-539A-9C3493C6318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0" y="-2"/>
            <a:ext cx="9144000" cy="6857731"/>
          </a:xfrm>
          <a:prstGeom prst="rect">
            <a:avLst/>
          </a:prstGeom>
          <a:gradFill>
            <a:gsLst>
              <a:gs pos="52000">
                <a:srgbClr val="008A44">
                  <a:alpha val="0"/>
                </a:srgbClr>
              </a:gs>
              <a:gs pos="18000">
                <a:srgbClr val="008A44">
                  <a:alpha val="45000"/>
                </a:srgbClr>
              </a:gs>
            </a:gsLst>
            <a:lin ang="5400000" scaled="0"/>
          </a:gradFill>
        </p:spPr>
        <p:txBody>
          <a:bodyPr wrap="square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3pPr>
            <a:lvl4pPr marL="0" indent="0">
              <a:spcAft>
                <a:spcPts val="0"/>
              </a:spcAft>
              <a:buNone/>
              <a:defRPr sz="738">
                <a:noFill/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Pattern overlay">
            <a:extLst>
              <a:ext uri="{FF2B5EF4-FFF2-40B4-BE49-F238E27FC236}">
                <a16:creationId xmlns:a16="http://schemas.microsoft.com/office/drawing/2014/main" id="{5B9416B0-3BEC-1C4D-BC1A-5775257A636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-2"/>
            <a:ext cx="9144000" cy="6857731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3pPr>
            <a:lvl4pPr marL="0" indent="0">
              <a:spcAft>
                <a:spcPts val="0"/>
              </a:spcAft>
              <a:buNone/>
              <a:defRPr sz="738">
                <a:noFill/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F0F4A8-CD5B-350C-03C4-04703B9DC7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34378"/>
            <a:ext cx="9144000" cy="32362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7A043A-1F32-82FE-CDBF-30916321CFD7}"/>
              </a:ext>
            </a:extLst>
          </p:cNvPr>
          <p:cNvSpPr/>
          <p:nvPr/>
        </p:nvSpPr>
        <p:spPr>
          <a:xfrm>
            <a:off x="1" y="6511976"/>
            <a:ext cx="9142875" cy="379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D500845-341C-8793-17AF-883B9232965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68F9FA-F0AB-A692-F801-002DD45221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9060" y="2267404"/>
            <a:ext cx="5499030" cy="3385088"/>
          </a:xfrm>
        </p:spPr>
        <p:txBody>
          <a:bodyPr vert="horz" anchor="b"/>
          <a:lstStyle>
            <a:lvl1pPr>
              <a:lnSpc>
                <a:spcPct val="88000"/>
              </a:lnSpc>
              <a:defRPr sz="3427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Section Divider title</a:t>
            </a:r>
            <a:br>
              <a:rPr lang="en-US"/>
            </a:br>
            <a:r>
              <a:rPr lang="en-US"/>
              <a:t>To add a background image, select: </a:t>
            </a:r>
            <a:br>
              <a:rPr lang="en-US"/>
            </a:br>
            <a:r>
              <a:rPr lang="en-US"/>
              <a:t>‘Insert &gt; Picture’.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79295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E4F5FAF-260F-0F44-C5A6-B6D5B94D3E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8D5EDE2-FFF7-5592-0042-10E0CFDAC2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7" b="2494"/>
          <a:stretch/>
        </p:blipFill>
        <p:spPr>
          <a:xfrm>
            <a:off x="-1" y="175246"/>
            <a:ext cx="7321515" cy="722188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852B564-FAA4-4CAD-99F8-EF4333D83E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8650" y="1398136"/>
            <a:ext cx="7886700" cy="455341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and content slide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F0CA83-2CF5-3929-58A3-96008F0F9533}"/>
              </a:ext>
            </a:extLst>
          </p:cNvPr>
          <p:cNvSpPr/>
          <p:nvPr/>
        </p:nvSpPr>
        <p:spPr>
          <a:xfrm>
            <a:off x="8742164" y="175246"/>
            <a:ext cx="401836" cy="722188"/>
          </a:xfrm>
          <a:prstGeom prst="rect">
            <a:avLst/>
          </a:prstGeom>
          <a:solidFill>
            <a:srgbClr val="008A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</p:spTree>
    <p:extLst>
      <p:ext uri="{BB962C8B-B14F-4D97-AF65-F5344CB8AC3E}">
        <p14:creationId xmlns:p14="http://schemas.microsoft.com/office/powerpoint/2010/main" val="1897859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pane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0A1A02-47CD-DD73-996C-0B803B1F46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EB74014D-12F6-BA44-993B-B0D0212F00F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926092" y="-2"/>
            <a:ext cx="2217909" cy="6550619"/>
          </a:xfrm>
          <a:solidFill>
            <a:schemeClr val="bg1">
              <a:lumMod val="75000"/>
            </a:schemeClr>
          </a:solidFill>
        </p:spPr>
        <p:txBody>
          <a:bodyPr lIns="216000" tIns="216000" rIns="216000" bIns="216000" anchor="ctr" anchorCtr="0"/>
          <a:lstStyle>
            <a:lvl1pPr>
              <a:defRPr sz="738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852B564-FAA4-4CAD-99F8-EF4333D83E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8650" y="742233"/>
            <a:ext cx="5264944" cy="5137880"/>
          </a:xfrm>
        </p:spPr>
        <p:txBody>
          <a:bodyPr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70DC20-2691-B494-709C-CCB9710EA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090" y="0"/>
            <a:ext cx="2217910" cy="3183467"/>
          </a:xfrm>
          <a:prstGeom prst="rect">
            <a:avLst/>
          </a:prstGeom>
        </p:spPr>
      </p:pic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94F5D268-30AA-A345-99A7-23EE75A2FC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153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pane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in an orange shirt petting a dog&#10;&#10;Description automatically generated with medium confidence">
            <a:extLst>
              <a:ext uri="{FF2B5EF4-FFF2-40B4-BE49-F238E27FC236}">
                <a16:creationId xmlns:a16="http://schemas.microsoft.com/office/drawing/2014/main" id="{4DC37244-DE90-EFC7-9731-EBABB2801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232" y="-269"/>
            <a:ext cx="2207768" cy="65694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0A1A02-47CD-DD73-996C-0B803B1F46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852B564-FAA4-4CAD-99F8-EF4333D83E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8650" y="742233"/>
            <a:ext cx="5548414" cy="5137880"/>
          </a:xfrm>
        </p:spPr>
        <p:txBody>
          <a:bodyPr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3F772CF-A2D7-5B6B-9FBF-D08FF27F17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500" y="0"/>
            <a:ext cx="2222500" cy="3183467"/>
          </a:xfrm>
          <a:prstGeom prst="rect">
            <a:avLst/>
          </a:prstGeom>
        </p:spPr>
      </p:pic>
      <p:pic>
        <p:nvPicPr>
          <p:cNvPr id="16" name="Picture 15" descr="A black and white logo&#10;&#10;Description automatically generated">
            <a:extLst>
              <a:ext uri="{FF2B5EF4-FFF2-40B4-BE49-F238E27FC236}">
                <a16:creationId xmlns:a16="http://schemas.microsoft.com/office/drawing/2014/main" id="{12DD2899-92E5-603B-DD48-E070F34B5A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045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pane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C37244-DE90-EFC7-9731-EBABB2801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36231" y="-269"/>
            <a:ext cx="2207768" cy="65694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0A1A02-47CD-DD73-996C-0B803B1F46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852B564-FAA4-4CAD-99F8-EF4333D83E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8650" y="742233"/>
            <a:ext cx="5264944" cy="5137880"/>
          </a:xfrm>
        </p:spPr>
        <p:txBody>
          <a:bodyPr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9EEFBE-91C6-6744-BB6F-62BCCE9FE6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500" y="-269"/>
            <a:ext cx="2222500" cy="2921521"/>
          </a:xfrm>
          <a:prstGeom prst="rect">
            <a:avLst/>
          </a:prstGeom>
        </p:spPr>
      </p:pic>
      <p:pic>
        <p:nvPicPr>
          <p:cNvPr id="10" name="Picture 9" descr="A black and white logo&#10;&#10;Description automatically generated">
            <a:extLst>
              <a:ext uri="{FF2B5EF4-FFF2-40B4-BE49-F238E27FC236}">
                <a16:creationId xmlns:a16="http://schemas.microsoft.com/office/drawing/2014/main" id="{2343837F-8EC0-5CC0-6E61-DCDC2608C3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172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pane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C37244-DE90-EFC7-9731-EBABB2801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36232" y="-269"/>
            <a:ext cx="2207768" cy="65694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0A1A02-47CD-DD73-996C-0B803B1F46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852B564-FAA4-4CAD-99F8-EF4333D83E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8650" y="742233"/>
            <a:ext cx="5264944" cy="5137880"/>
          </a:xfrm>
        </p:spPr>
        <p:txBody>
          <a:bodyPr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79855B-186B-410B-807E-7423C8B642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500" y="-269"/>
            <a:ext cx="2222500" cy="2921521"/>
          </a:xfrm>
          <a:prstGeom prst="rect">
            <a:avLst/>
          </a:prstGeom>
        </p:spPr>
      </p:pic>
      <p:pic>
        <p:nvPicPr>
          <p:cNvPr id="8" name="Picture 7" descr="A black and white logo&#10;&#10;Description automatically generated">
            <a:extLst>
              <a:ext uri="{FF2B5EF4-FFF2-40B4-BE49-F238E27FC236}">
                <a16:creationId xmlns:a16="http://schemas.microsoft.com/office/drawing/2014/main" id="{D749A6BB-7B2C-5049-3A68-EFE53747F2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113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pane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C37244-DE90-EFC7-9731-EBABB2801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36231" y="-269"/>
            <a:ext cx="2207768" cy="65694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0A1A02-47CD-DD73-996C-0B803B1F46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852B564-FAA4-4CAD-99F8-EF4333D83E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8650" y="742233"/>
            <a:ext cx="5264944" cy="5137880"/>
          </a:xfrm>
        </p:spPr>
        <p:txBody>
          <a:bodyPr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A0F300A-43D0-4F69-63AA-55F7937429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500" y="-269"/>
            <a:ext cx="2222500" cy="2921521"/>
          </a:xfrm>
          <a:prstGeom prst="rect">
            <a:avLst/>
          </a:prstGeom>
        </p:spPr>
      </p:pic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C2D40904-648D-61EA-5880-D60A68FA6F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138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pane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C37244-DE90-EFC7-9731-EBABB2801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36231" y="-269"/>
            <a:ext cx="2207768" cy="65694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0A1A02-47CD-DD73-996C-0B803B1F46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852B564-FAA4-4CAD-99F8-EF4333D83E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8650" y="742233"/>
            <a:ext cx="5264944" cy="5137880"/>
          </a:xfrm>
        </p:spPr>
        <p:txBody>
          <a:bodyPr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C13907-46BD-B9FF-E25B-A3D3BD2D05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500" y="-269"/>
            <a:ext cx="2222500" cy="2921521"/>
          </a:xfrm>
          <a:prstGeom prst="rect">
            <a:avLst/>
          </a:prstGeom>
        </p:spPr>
      </p:pic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FC37A336-01CC-ED33-BEAD-2B7A4C1A2F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5040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pane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C37244-DE90-EFC7-9731-EBABB2801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36231" y="-269"/>
            <a:ext cx="2207768" cy="65694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0A1A02-47CD-DD73-996C-0B803B1F46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852B564-FAA4-4CAD-99F8-EF4333D83E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8650" y="742233"/>
            <a:ext cx="5264944" cy="5137880"/>
          </a:xfrm>
        </p:spPr>
        <p:txBody>
          <a:bodyPr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846E42-95E9-EF3C-E1F5-869A02E30D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500" y="-269"/>
            <a:ext cx="2222500" cy="2921521"/>
          </a:xfrm>
          <a:prstGeom prst="rect">
            <a:avLst/>
          </a:prstGeom>
        </p:spPr>
      </p:pic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3676F1DE-3AE7-36B5-AA86-731C44995C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4430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gradi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EB74014D-12F6-BA44-993B-B0D0212F00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72002" y="-2"/>
            <a:ext cx="4571999" cy="6550619"/>
          </a:xfrm>
          <a:solidFill>
            <a:srgbClr val="E0DFDB"/>
          </a:solidFill>
        </p:spPr>
        <p:txBody>
          <a:bodyPr lIns="4212000" tIns="216000" rIns="720000" bIns="720000" anchor="b" anchorCtr="0"/>
          <a:lstStyle>
            <a:lvl1pPr algn="r">
              <a:defRPr sz="738">
                <a:solidFill>
                  <a:schemeClr val="tx1"/>
                </a:solidFill>
              </a:defRPr>
            </a:lvl1pPr>
          </a:lstStyle>
          <a:p>
            <a:r>
              <a:rPr lang="en-US"/>
              <a:t>To ad an image, select ‘Insert Picture’ </a:t>
            </a:r>
            <a:endParaRPr lang="en-AU"/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AF5FD4E7-9912-0C28-C57D-2FB38B662D9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" y="1"/>
            <a:ext cx="7957963" cy="6543848"/>
          </a:xfrm>
          <a:prstGeom prst="rect">
            <a:avLst/>
          </a:prstGeom>
          <a:gradFill>
            <a:gsLst>
              <a:gs pos="81000">
                <a:srgbClr val="E0DFDB"/>
              </a:gs>
              <a:gs pos="100000">
                <a:srgbClr val="E0DFDB">
                  <a:alpha val="0"/>
                </a:srgbClr>
              </a:gs>
            </a:gsLst>
            <a:lin ang="0" scaled="0"/>
          </a:gradFill>
        </p:spPr>
        <p:txBody>
          <a:bodyPr wrap="square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400">
                <a:noFill/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None/>
              <a:defRPr sz="1400">
                <a:noFill/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1400">
                <a:noFill/>
              </a:defRPr>
            </a:lvl3pPr>
            <a:lvl4pPr marL="0" indent="0">
              <a:spcAft>
                <a:spcPts val="0"/>
              </a:spcAft>
              <a:buNone/>
              <a:defRPr sz="1400">
                <a:noFill/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1400">
                <a:noFill/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1400">
                <a:noFill/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None/>
              <a:defRPr sz="1400">
                <a:noFill/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1400">
                <a:noFill/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14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49E2A51-49B0-75C6-0D56-A1DADB4495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3D3EA190-56C2-3204-6D64-C6E674F3516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0000" y="742233"/>
            <a:ext cx="6364187" cy="5137880"/>
          </a:xfrm>
          <a:solidFill>
            <a:schemeClr val="bg1"/>
          </a:solidFill>
        </p:spPr>
        <p:txBody>
          <a:bodyPr wrap="square" lIns="360000" tIns="360000" rIns="360000" bIns="360000"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11143A-981F-84C9-1173-6D89B6622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100" y="0"/>
            <a:ext cx="2755900" cy="3183467"/>
          </a:xfrm>
          <a:prstGeom prst="rect">
            <a:avLst/>
          </a:prstGeom>
        </p:spPr>
      </p:pic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E0EA9CC2-00EF-D2FE-9DAC-08BD2C6DA7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3351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 and gradi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4F8C12-13FD-336D-6EC7-67F143433D0B}"/>
              </a:ext>
            </a:extLst>
          </p:cNvPr>
          <p:cNvSpPr/>
          <p:nvPr/>
        </p:nvSpPr>
        <p:spPr>
          <a:xfrm>
            <a:off x="-1" y="-267"/>
            <a:ext cx="9144000" cy="6858001"/>
          </a:xfrm>
          <a:prstGeom prst="rect">
            <a:avLst/>
          </a:prstGeom>
          <a:solidFill>
            <a:srgbClr val="E0D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  <p:pic>
        <p:nvPicPr>
          <p:cNvPr id="5" name="Picture 4" descr="A person wearing a hard hat and yellow shirt&#10;&#10;Description automatically generated with medium confidence">
            <a:extLst>
              <a:ext uri="{FF2B5EF4-FFF2-40B4-BE49-F238E27FC236}">
                <a16:creationId xmlns:a16="http://schemas.microsoft.com/office/drawing/2014/main" id="{D787D35B-0262-1B31-D536-1F00BA0A9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7296" y="6768"/>
            <a:ext cx="3346704" cy="653708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49E2A51-49B0-75C6-0D56-A1DADB4495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90551176-E5E8-588A-31FD-EE6643A1CAD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0000" y="742233"/>
            <a:ext cx="6364187" cy="5137880"/>
          </a:xfrm>
          <a:solidFill>
            <a:schemeClr val="bg1"/>
          </a:solidFill>
        </p:spPr>
        <p:txBody>
          <a:bodyPr wrap="square" lIns="360000" tIns="360000" rIns="360000" bIns="360000"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780E8F-A634-BF23-D79A-8862269242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099" y="6765"/>
            <a:ext cx="2755900" cy="3183467"/>
          </a:xfrm>
          <a:prstGeom prst="rect">
            <a:avLst/>
          </a:prstGeom>
        </p:spPr>
      </p:pic>
      <p:pic>
        <p:nvPicPr>
          <p:cNvPr id="7" name="Picture 6" descr="A black and white logo&#10;&#10;Description automatically generated">
            <a:extLst>
              <a:ext uri="{FF2B5EF4-FFF2-40B4-BE49-F238E27FC236}">
                <a16:creationId xmlns:a16="http://schemas.microsoft.com/office/drawing/2014/main" id="{44C9F797-0363-17A2-A570-4D278DADE7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1374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and gradi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4F8C12-13FD-336D-6EC7-67F143433D0B}"/>
              </a:ext>
            </a:extLst>
          </p:cNvPr>
          <p:cNvSpPr/>
          <p:nvPr/>
        </p:nvSpPr>
        <p:spPr>
          <a:xfrm>
            <a:off x="-1" y="-267"/>
            <a:ext cx="9144000" cy="6858001"/>
          </a:xfrm>
          <a:prstGeom prst="rect">
            <a:avLst/>
          </a:prstGeom>
          <a:solidFill>
            <a:srgbClr val="E0D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87D35B-0262-1B31-D536-1F00BA0A9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91961" y="-269"/>
            <a:ext cx="3352038" cy="6544117"/>
          </a:xfrm>
          <a:prstGeom prst="rect">
            <a:avLst/>
          </a:prstGeom>
        </p:spPr>
      </p:pic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A0C1DF3E-00D7-7E9D-F9D7-9B7B7B2C21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-2" y="1"/>
            <a:ext cx="7725377" cy="6543849"/>
          </a:xfrm>
          <a:prstGeom prst="rect">
            <a:avLst/>
          </a:prstGeom>
          <a:gradFill>
            <a:gsLst>
              <a:gs pos="75000">
                <a:srgbClr val="E0DFDB"/>
              </a:gs>
              <a:gs pos="100000">
                <a:srgbClr val="E0DFDB">
                  <a:alpha val="0"/>
                </a:srgbClr>
              </a:gs>
            </a:gsLst>
            <a:lin ang="0" scaled="0"/>
          </a:gradFill>
        </p:spPr>
        <p:txBody>
          <a:bodyPr wrap="square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3pPr>
            <a:lvl4pPr marL="0" indent="0">
              <a:spcAft>
                <a:spcPts val="0"/>
              </a:spcAft>
              <a:buNone/>
              <a:defRPr sz="738">
                <a:noFill/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49E2A51-49B0-75C6-0D56-A1DADB4495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9D9EA583-CE5D-17BC-4E0D-83FF6D5CCE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0000" y="742233"/>
            <a:ext cx="6364187" cy="5137880"/>
          </a:xfrm>
          <a:solidFill>
            <a:schemeClr val="bg1"/>
          </a:solidFill>
        </p:spPr>
        <p:txBody>
          <a:bodyPr wrap="square" lIns="360000" tIns="360000" rIns="360000" bIns="360000"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A black and white logo&#10;&#10;Description automatically generated">
            <a:extLst>
              <a:ext uri="{FF2B5EF4-FFF2-40B4-BE49-F238E27FC236}">
                <a16:creationId xmlns:a16="http://schemas.microsoft.com/office/drawing/2014/main" id="{F185DABB-E83B-A9A1-DF0E-7E1A383D52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8435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Title and gradi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4F8C12-13FD-336D-6EC7-67F143433D0B}"/>
              </a:ext>
            </a:extLst>
          </p:cNvPr>
          <p:cNvSpPr/>
          <p:nvPr/>
        </p:nvSpPr>
        <p:spPr>
          <a:xfrm>
            <a:off x="-1" y="-267"/>
            <a:ext cx="9144000" cy="6858001"/>
          </a:xfrm>
          <a:prstGeom prst="rect">
            <a:avLst/>
          </a:prstGeom>
          <a:solidFill>
            <a:srgbClr val="E0D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87D35B-0262-1B31-D536-1F00BA0A9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85587" y="-6769"/>
            <a:ext cx="3352038" cy="6550617"/>
          </a:xfrm>
          <a:prstGeom prst="rect">
            <a:avLst/>
          </a:prstGeom>
        </p:spPr>
      </p:pic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A0C1DF3E-00D7-7E9D-F9D7-9B7B7B2C21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-2" y="-6770"/>
            <a:ext cx="7725377" cy="6550619"/>
          </a:xfrm>
          <a:prstGeom prst="rect">
            <a:avLst/>
          </a:prstGeom>
          <a:gradFill>
            <a:gsLst>
              <a:gs pos="79000">
                <a:srgbClr val="E0DFDB"/>
              </a:gs>
              <a:gs pos="100000">
                <a:srgbClr val="E0DFDB">
                  <a:alpha val="0"/>
                </a:srgbClr>
              </a:gs>
            </a:gsLst>
            <a:lin ang="0" scaled="0"/>
          </a:gradFill>
        </p:spPr>
        <p:txBody>
          <a:bodyPr wrap="square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3pPr>
            <a:lvl4pPr marL="0" indent="0">
              <a:spcAft>
                <a:spcPts val="0"/>
              </a:spcAft>
              <a:buNone/>
              <a:defRPr sz="738">
                <a:noFill/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49E2A51-49B0-75C6-0D56-A1DADB4495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A81C3693-CEE3-81A9-B8DE-EA2DBCA83D5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0000" y="742233"/>
            <a:ext cx="6364187" cy="5137880"/>
          </a:xfrm>
          <a:solidFill>
            <a:schemeClr val="bg1"/>
          </a:solidFill>
        </p:spPr>
        <p:txBody>
          <a:bodyPr wrap="square" lIns="360000" tIns="360000" rIns="360000" bIns="360000"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9ADF42-4965-DE99-7C6C-A5BB8E9E2F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099" y="6765"/>
            <a:ext cx="2755900" cy="3183467"/>
          </a:xfrm>
          <a:prstGeom prst="rect">
            <a:avLst/>
          </a:prstGeom>
        </p:spPr>
      </p:pic>
      <p:pic>
        <p:nvPicPr>
          <p:cNvPr id="9" name="Picture 8" descr="A black and white logo&#10;&#10;Description automatically generated">
            <a:extLst>
              <a:ext uri="{FF2B5EF4-FFF2-40B4-BE49-F238E27FC236}">
                <a16:creationId xmlns:a16="http://schemas.microsoft.com/office/drawing/2014/main" id="{3EACA691-B803-B7E2-0E75-9D9710BFCF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8068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and gradi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4F8C12-13FD-336D-6EC7-67F143433D0B}"/>
              </a:ext>
            </a:extLst>
          </p:cNvPr>
          <p:cNvSpPr/>
          <p:nvPr/>
        </p:nvSpPr>
        <p:spPr>
          <a:xfrm>
            <a:off x="-1" y="-267"/>
            <a:ext cx="9144000" cy="6858001"/>
          </a:xfrm>
          <a:prstGeom prst="rect">
            <a:avLst/>
          </a:prstGeom>
          <a:solidFill>
            <a:srgbClr val="E0D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87D35B-0262-1B31-D536-1F00BA0A9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97296" y="-6769"/>
            <a:ext cx="3346704" cy="6550617"/>
          </a:xfrm>
          <a:prstGeom prst="rect">
            <a:avLst/>
          </a:prstGeom>
        </p:spPr>
      </p:pic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A0C1DF3E-00D7-7E9D-F9D7-9B7B7B2C21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-2" y="-6770"/>
            <a:ext cx="7725377" cy="6550619"/>
          </a:xfrm>
          <a:prstGeom prst="rect">
            <a:avLst/>
          </a:prstGeom>
          <a:gradFill>
            <a:gsLst>
              <a:gs pos="78000">
                <a:srgbClr val="E0DFDB"/>
              </a:gs>
              <a:gs pos="100000">
                <a:srgbClr val="E0DFDB">
                  <a:alpha val="0"/>
                </a:srgbClr>
              </a:gs>
            </a:gsLst>
            <a:lin ang="0" scaled="0"/>
          </a:gradFill>
        </p:spPr>
        <p:txBody>
          <a:bodyPr wrap="square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3pPr>
            <a:lvl4pPr marL="0" indent="0">
              <a:spcAft>
                <a:spcPts val="0"/>
              </a:spcAft>
              <a:buNone/>
              <a:defRPr sz="738">
                <a:noFill/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49E2A51-49B0-75C6-0D56-A1DADB4495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15B78025-90EA-1AC4-4190-EFF1E04BA98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0000" y="742233"/>
            <a:ext cx="6364187" cy="5137880"/>
          </a:xfrm>
          <a:solidFill>
            <a:schemeClr val="bg1"/>
          </a:solidFill>
        </p:spPr>
        <p:txBody>
          <a:bodyPr wrap="square" lIns="360000" tIns="360000" rIns="360000" bIns="360000"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4E4CBA-2E3B-9316-345D-70503EFA20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099" y="6765"/>
            <a:ext cx="2755900" cy="3183467"/>
          </a:xfrm>
          <a:prstGeom prst="rect">
            <a:avLst/>
          </a:prstGeom>
        </p:spPr>
      </p:pic>
      <p:pic>
        <p:nvPicPr>
          <p:cNvPr id="9" name="Picture 8" descr="A black and white logo&#10;&#10;Description automatically generated">
            <a:extLst>
              <a:ext uri="{FF2B5EF4-FFF2-40B4-BE49-F238E27FC236}">
                <a16:creationId xmlns:a16="http://schemas.microsoft.com/office/drawing/2014/main" id="{650EE79A-3E78-A5F1-2E62-B742D868E3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7927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Title and gradi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4F8C12-13FD-336D-6EC7-67F143433D0B}"/>
              </a:ext>
            </a:extLst>
          </p:cNvPr>
          <p:cNvSpPr/>
          <p:nvPr/>
        </p:nvSpPr>
        <p:spPr>
          <a:xfrm>
            <a:off x="-1" y="-267"/>
            <a:ext cx="9144000" cy="6858001"/>
          </a:xfrm>
          <a:prstGeom prst="rect">
            <a:avLst/>
          </a:prstGeom>
          <a:solidFill>
            <a:srgbClr val="E0D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87D35B-0262-1B31-D536-1F00BA0A9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91962" y="-6769"/>
            <a:ext cx="3352038" cy="6550617"/>
          </a:xfrm>
          <a:prstGeom prst="rect">
            <a:avLst/>
          </a:prstGeom>
        </p:spPr>
      </p:pic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A0C1DF3E-00D7-7E9D-F9D7-9B7B7B2C21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-2" y="-6769"/>
            <a:ext cx="7725377" cy="6550617"/>
          </a:xfrm>
          <a:prstGeom prst="rect">
            <a:avLst/>
          </a:prstGeom>
          <a:gradFill>
            <a:gsLst>
              <a:gs pos="80000">
                <a:srgbClr val="E0DFDB"/>
              </a:gs>
              <a:gs pos="100000">
                <a:srgbClr val="E0DFDB">
                  <a:alpha val="0"/>
                </a:srgbClr>
              </a:gs>
            </a:gsLst>
            <a:lin ang="0" scaled="0"/>
          </a:gradFill>
        </p:spPr>
        <p:txBody>
          <a:bodyPr wrap="square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3pPr>
            <a:lvl4pPr marL="0" indent="0">
              <a:spcAft>
                <a:spcPts val="0"/>
              </a:spcAft>
              <a:buNone/>
              <a:defRPr sz="738">
                <a:noFill/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49E2A51-49B0-75C6-0D56-A1DADB4495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AE0EF3E0-0503-90C3-EF01-1806334308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0000" y="742233"/>
            <a:ext cx="6364187" cy="5137880"/>
          </a:xfrm>
          <a:solidFill>
            <a:schemeClr val="bg1"/>
          </a:solidFill>
        </p:spPr>
        <p:txBody>
          <a:bodyPr wrap="square" lIns="360000" tIns="360000" rIns="360000" bIns="360000"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F9A5EE-A41E-1300-B17A-A85140B968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099" y="6765"/>
            <a:ext cx="2755900" cy="3183467"/>
          </a:xfrm>
          <a:prstGeom prst="rect">
            <a:avLst/>
          </a:prstGeom>
        </p:spPr>
      </p:pic>
      <p:pic>
        <p:nvPicPr>
          <p:cNvPr id="9" name="Picture 8" descr="A black and white logo&#10;&#10;Description automatically generated">
            <a:extLst>
              <a:ext uri="{FF2B5EF4-FFF2-40B4-BE49-F238E27FC236}">
                <a16:creationId xmlns:a16="http://schemas.microsoft.com/office/drawing/2014/main" id="{D8916EEA-6B93-86EB-6DBF-0E1D3B0E59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4837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and gradi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4F8C12-13FD-336D-6EC7-67F143433D0B}"/>
              </a:ext>
            </a:extLst>
          </p:cNvPr>
          <p:cNvSpPr/>
          <p:nvPr/>
        </p:nvSpPr>
        <p:spPr>
          <a:xfrm>
            <a:off x="-1" y="-267"/>
            <a:ext cx="9144000" cy="6858001"/>
          </a:xfrm>
          <a:prstGeom prst="rect">
            <a:avLst/>
          </a:prstGeom>
          <a:solidFill>
            <a:srgbClr val="E0D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87D35B-0262-1B31-D536-1F00BA0A9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91962" y="-6768"/>
            <a:ext cx="3352038" cy="6550616"/>
          </a:xfrm>
          <a:prstGeom prst="rect">
            <a:avLst/>
          </a:prstGeom>
        </p:spPr>
      </p:pic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A0C1DF3E-00D7-7E9D-F9D7-9B7B7B2C21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-2" y="1"/>
            <a:ext cx="7725377" cy="6543849"/>
          </a:xfrm>
          <a:prstGeom prst="rect">
            <a:avLst/>
          </a:prstGeom>
          <a:gradFill>
            <a:gsLst>
              <a:gs pos="78000">
                <a:srgbClr val="E0DFDB"/>
              </a:gs>
              <a:gs pos="100000">
                <a:srgbClr val="E0DFDB">
                  <a:alpha val="0"/>
                </a:srgbClr>
              </a:gs>
            </a:gsLst>
            <a:lin ang="0" scaled="0"/>
          </a:gradFill>
        </p:spPr>
        <p:txBody>
          <a:bodyPr wrap="square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3pPr>
            <a:lvl4pPr marL="0" indent="0">
              <a:spcAft>
                <a:spcPts val="0"/>
              </a:spcAft>
              <a:buNone/>
              <a:defRPr sz="738">
                <a:noFill/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49E2A51-49B0-75C6-0D56-A1DADB4495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B4267C02-9C61-63C7-463C-34BE3D4D498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0000" y="742233"/>
            <a:ext cx="6364187" cy="5137880"/>
          </a:xfrm>
          <a:solidFill>
            <a:schemeClr val="bg1"/>
          </a:solidFill>
        </p:spPr>
        <p:txBody>
          <a:bodyPr wrap="square" lIns="360000" tIns="360000" rIns="360000" bIns="360000"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8700D3-867D-651E-EF52-9ED33B1231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099" y="6765"/>
            <a:ext cx="2755900" cy="3183467"/>
          </a:xfrm>
          <a:prstGeom prst="rect">
            <a:avLst/>
          </a:prstGeom>
        </p:spPr>
      </p:pic>
      <p:pic>
        <p:nvPicPr>
          <p:cNvPr id="9" name="Picture 8" descr="A black and white logo&#10;&#10;Description automatically generated">
            <a:extLst>
              <a:ext uri="{FF2B5EF4-FFF2-40B4-BE49-F238E27FC236}">
                <a16:creationId xmlns:a16="http://schemas.microsoft.com/office/drawing/2014/main" id="{6EFB47D8-014C-B784-56DF-D99464427B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8153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203D937-484E-660D-17A5-FCCC3D066E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7" b="1298"/>
          <a:stretch/>
        </p:blipFill>
        <p:spPr>
          <a:xfrm>
            <a:off x="0" y="1"/>
            <a:ext cx="9144000" cy="99789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07D11B-349F-E401-40E1-A74A950F54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Charts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A89DDF1E-F978-19B4-EECF-A6D9B64A088B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49061" y="1768080"/>
            <a:ext cx="3824713" cy="3946921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AU"/>
          </a:p>
        </p:txBody>
      </p:sp>
      <p:sp>
        <p:nvSpPr>
          <p:cNvPr id="12" name="Chart Placeholder 10">
            <a:extLst>
              <a:ext uri="{FF2B5EF4-FFF2-40B4-BE49-F238E27FC236}">
                <a16:creationId xmlns:a16="http://schemas.microsoft.com/office/drawing/2014/main" id="{17C2DE72-BBCB-DA99-753B-A3338848BA6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670228" y="1768080"/>
            <a:ext cx="3824713" cy="3946921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8579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448B38-3FE4-83F4-B674-5A5AB831009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7" b="1298"/>
          <a:stretch/>
        </p:blipFill>
        <p:spPr>
          <a:xfrm>
            <a:off x="0" y="1"/>
            <a:ext cx="9144000" cy="997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357AB3-BACD-08FF-2321-261F9843A1F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639776-1AE4-B78F-4565-1E1A2163E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C70B34-10DA-3329-AC07-3DF295648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6311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F357AB3-BACD-08FF-2321-261F9843A1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639776-1AE4-B78F-4565-1E1A2163E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009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17DC3-6BF0-2EFA-2101-BDAC06EFE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B4FCA-EECE-6665-4AB9-6D8701791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C7B54-EDD6-22B3-84D5-A61FCC185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60F4D-4C54-1317-DFBB-3269B2D20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AE3B6-C835-84C9-4FE9-F46EB4F74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1426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tags" Target="../tags/tag1.xml"/><Relationship Id="rId26" Type="http://schemas.openxmlformats.org/officeDocument/2006/relationships/oleObject" Target="../embeddings/oleObject1.bin"/><Relationship Id="rId27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1458EF9E-F428-B98C-FE7D-E54C35A9D95B}"/>
              </a:ext>
            </a:extLst>
          </p:cNvPr>
          <p:cNvGraphicFramePr>
            <a:graphicFrameLocks noChangeAspect="1"/>
          </p:cNvGraphicFramePr>
          <p:nvPr>
            <p:custDataLst>
              <p:tags r:id="rId25"/>
            </p:custDataLst>
            <p:extLst>
              <p:ext uri="{D42A27DB-BD31-4B8C-83A1-F6EECF244321}">
                <p14:modId xmlns:p14="http://schemas.microsoft.com/office/powerpoint/2010/main" val="2832140356"/>
              </p:ext>
            </p:extLst>
          </p:nvPr>
        </p:nvGraphicFramePr>
        <p:xfrm>
          <a:off x="1588" y="2118"/>
          <a:ext cx="1588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6" imgW="395" imgH="394" progId="TCLayout.ActiveDocument.1">
                  <p:embed/>
                </p:oleObj>
              </mc:Choice>
              <mc:Fallback>
                <p:oleObj name="think-cell Slide" r:id="rId26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1458EF9E-F428-B98C-FE7D-E54C35A9D9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588" y="2118"/>
                        <a:ext cx="1588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9060" y="244928"/>
            <a:ext cx="6290582" cy="6429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9060" y="1398135"/>
            <a:ext cx="7759444" cy="47788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9643" y="6540500"/>
            <a:ext cx="1468862" cy="3164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38" b="1"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8651" y="6540501"/>
            <a:ext cx="4481428" cy="317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38" b="1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15350" y="6543849"/>
            <a:ext cx="466962" cy="3138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38" b="1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575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</p:sldLayoutIdLst>
  <p:txStyles>
    <p:titleStyle>
      <a:lvl1pPr algn="l" defTabSz="482163" rtl="0" eaLnBrk="1" latinLnBrk="0" hangingPunct="1">
        <a:lnSpc>
          <a:spcPct val="90000"/>
        </a:lnSpc>
        <a:spcBef>
          <a:spcPct val="0"/>
        </a:spcBef>
        <a:buNone/>
        <a:defRPr sz="2004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482163" rtl="0" eaLnBrk="1" latinLnBrk="0" hangingPunct="1">
        <a:lnSpc>
          <a:spcPct val="100000"/>
        </a:lnSpc>
        <a:spcBef>
          <a:spcPts val="0"/>
        </a:spcBef>
        <a:spcAft>
          <a:spcPts val="949"/>
        </a:spcAft>
        <a:buFont typeface="Arial" panose="020B0604020202020204" pitchFamily="34" charset="0"/>
        <a:buNone/>
        <a:defRPr sz="1793" b="1" kern="1200">
          <a:solidFill>
            <a:schemeClr val="accent1"/>
          </a:solidFill>
          <a:latin typeface="+mn-lt"/>
          <a:ea typeface="+mn-ea"/>
          <a:cs typeface="+mn-cs"/>
        </a:defRPr>
      </a:lvl1pPr>
      <a:lvl2pPr marL="0" indent="0" algn="l" defTabSz="482163" rtl="0" eaLnBrk="1" latinLnBrk="0" hangingPunct="1">
        <a:lnSpc>
          <a:spcPct val="100000"/>
        </a:lnSpc>
        <a:spcBef>
          <a:spcPts val="0"/>
        </a:spcBef>
        <a:spcAft>
          <a:spcPts val="949"/>
        </a:spcAft>
        <a:buFont typeface="Arial" panose="020B0604020202020204" pitchFamily="34" charset="0"/>
        <a:buNone/>
        <a:defRPr sz="1266" b="1" kern="1200">
          <a:solidFill>
            <a:schemeClr val="tx2"/>
          </a:solidFill>
          <a:latin typeface="+mn-lt"/>
          <a:ea typeface="+mn-ea"/>
          <a:cs typeface="+mn-cs"/>
        </a:defRPr>
      </a:lvl2pPr>
      <a:lvl3pPr marL="0" indent="0" algn="l" defTabSz="482163" rtl="0" eaLnBrk="1" latinLnBrk="0" hangingPunct="1">
        <a:lnSpc>
          <a:spcPct val="100000"/>
        </a:lnSpc>
        <a:spcBef>
          <a:spcPts val="0"/>
        </a:spcBef>
        <a:spcAft>
          <a:spcPts val="527"/>
        </a:spcAft>
        <a:buFont typeface="Arial" panose="020B0604020202020204" pitchFamily="34" charset="0"/>
        <a:buNone/>
        <a:defRPr sz="1055" kern="1200">
          <a:solidFill>
            <a:schemeClr val="tx2"/>
          </a:solidFill>
          <a:latin typeface="+mn-lt"/>
          <a:ea typeface="+mn-ea"/>
          <a:cs typeface="+mn-cs"/>
        </a:defRPr>
      </a:lvl3pPr>
      <a:lvl4pPr marL="132880" indent="-132880" algn="l" defTabSz="482163" rtl="0" eaLnBrk="1" latinLnBrk="0" hangingPunct="1">
        <a:lnSpc>
          <a:spcPct val="100000"/>
        </a:lnSpc>
        <a:spcBef>
          <a:spcPts val="0"/>
        </a:spcBef>
        <a:spcAft>
          <a:spcPts val="527"/>
        </a:spcAft>
        <a:buClr>
          <a:schemeClr val="accent1"/>
        </a:buClr>
        <a:buFont typeface="Arial" panose="020B0604020202020204" pitchFamily="34" charset="0"/>
        <a:buChar char="•"/>
        <a:defRPr sz="1055" b="0" kern="1200">
          <a:solidFill>
            <a:schemeClr val="tx2"/>
          </a:solidFill>
          <a:latin typeface="+mn-lt"/>
          <a:ea typeface="+mn-ea"/>
          <a:cs typeface="+mn-cs"/>
        </a:defRPr>
      </a:lvl4pPr>
      <a:lvl5pPr marL="265759" indent="-265759" algn="l" defTabSz="482163" rtl="0" eaLnBrk="1" latinLnBrk="0" hangingPunct="1">
        <a:lnSpc>
          <a:spcPct val="100000"/>
        </a:lnSpc>
        <a:spcBef>
          <a:spcPts val="0"/>
        </a:spcBef>
        <a:spcAft>
          <a:spcPts val="527"/>
        </a:spcAft>
        <a:buClr>
          <a:schemeClr val="accent1"/>
        </a:buClr>
        <a:buFont typeface="+mj-lt"/>
        <a:buAutoNum type="arabicPeriod"/>
        <a:defRPr sz="1055" kern="1200">
          <a:solidFill>
            <a:schemeClr val="tx2"/>
          </a:solidFill>
          <a:latin typeface="+mn-lt"/>
          <a:ea typeface="+mn-ea"/>
          <a:cs typeface="+mn-cs"/>
        </a:defRPr>
      </a:lvl5pPr>
      <a:lvl6pPr marL="0" indent="0" algn="l" defTabSz="482163" rtl="0" eaLnBrk="1" latinLnBrk="0" hangingPunct="1">
        <a:lnSpc>
          <a:spcPct val="100000"/>
        </a:lnSpc>
        <a:spcBef>
          <a:spcPts val="0"/>
        </a:spcBef>
        <a:spcAft>
          <a:spcPts val="527"/>
        </a:spcAft>
        <a:buFont typeface="Arial" panose="020B0604020202020204" pitchFamily="34" charset="0"/>
        <a:buNone/>
        <a:defRPr sz="1055" kern="120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l" defTabSz="482163" rtl="0" eaLnBrk="1" latinLnBrk="0" hangingPunct="1">
        <a:lnSpc>
          <a:spcPct val="100000"/>
        </a:lnSpc>
        <a:spcBef>
          <a:spcPts val="0"/>
        </a:spcBef>
        <a:spcAft>
          <a:spcPts val="527"/>
        </a:spcAft>
        <a:buFont typeface="Arial" panose="020B0604020202020204" pitchFamily="34" charset="0"/>
        <a:buNone/>
        <a:defRPr sz="1055" kern="1200">
          <a:solidFill>
            <a:schemeClr val="tx2"/>
          </a:solidFill>
          <a:latin typeface="+mn-lt"/>
          <a:ea typeface="+mn-ea"/>
          <a:cs typeface="+mn-cs"/>
        </a:defRPr>
      </a:lvl7pPr>
      <a:lvl8pPr marL="0" indent="0" algn="l" defTabSz="482163" rtl="0" eaLnBrk="1" latinLnBrk="0" hangingPunct="1">
        <a:lnSpc>
          <a:spcPct val="100000"/>
        </a:lnSpc>
        <a:spcBef>
          <a:spcPts val="0"/>
        </a:spcBef>
        <a:spcAft>
          <a:spcPts val="527"/>
        </a:spcAft>
        <a:buFont typeface="Arial" panose="020B0604020202020204" pitchFamily="34" charset="0"/>
        <a:buNone/>
        <a:defRPr sz="1055" kern="1200">
          <a:solidFill>
            <a:schemeClr val="tx2"/>
          </a:solidFill>
          <a:latin typeface="+mn-lt"/>
          <a:ea typeface="+mn-ea"/>
          <a:cs typeface="+mn-cs"/>
        </a:defRPr>
      </a:lvl8pPr>
      <a:lvl9pPr marL="0" indent="0" algn="l" defTabSz="482163" rtl="0" eaLnBrk="1" latinLnBrk="0" hangingPunct="1">
        <a:lnSpc>
          <a:spcPct val="100000"/>
        </a:lnSpc>
        <a:spcBef>
          <a:spcPts val="0"/>
        </a:spcBef>
        <a:spcAft>
          <a:spcPts val="527"/>
        </a:spcAft>
        <a:buFont typeface="Arial" panose="020B0604020202020204" pitchFamily="34" charset="0"/>
        <a:buNone/>
        <a:defRPr sz="1055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2163" rtl="0" eaLnBrk="1" latinLnBrk="0" hangingPunct="1">
        <a:defRPr sz="949" kern="1200">
          <a:solidFill>
            <a:schemeClr val="tx1"/>
          </a:solidFill>
          <a:latin typeface="+mn-lt"/>
          <a:ea typeface="+mn-ea"/>
          <a:cs typeface="+mn-cs"/>
        </a:defRPr>
      </a:lvl1pPr>
      <a:lvl2pPr marL="241082" algn="l" defTabSz="482163" rtl="0" eaLnBrk="1" latinLnBrk="0" hangingPunct="1">
        <a:defRPr sz="949" kern="1200">
          <a:solidFill>
            <a:schemeClr val="tx1"/>
          </a:solidFill>
          <a:latin typeface="+mn-lt"/>
          <a:ea typeface="+mn-ea"/>
          <a:cs typeface="+mn-cs"/>
        </a:defRPr>
      </a:lvl2pPr>
      <a:lvl3pPr marL="482163" algn="l" defTabSz="482163" rtl="0" eaLnBrk="1" latinLnBrk="0" hangingPunct="1">
        <a:defRPr sz="949" kern="1200">
          <a:solidFill>
            <a:schemeClr val="tx1"/>
          </a:solidFill>
          <a:latin typeface="+mn-lt"/>
          <a:ea typeface="+mn-ea"/>
          <a:cs typeface="+mn-cs"/>
        </a:defRPr>
      </a:lvl3pPr>
      <a:lvl4pPr marL="723245" algn="l" defTabSz="482163" rtl="0" eaLnBrk="1" latinLnBrk="0" hangingPunct="1">
        <a:defRPr sz="949" kern="1200">
          <a:solidFill>
            <a:schemeClr val="tx1"/>
          </a:solidFill>
          <a:latin typeface="+mn-lt"/>
          <a:ea typeface="+mn-ea"/>
          <a:cs typeface="+mn-cs"/>
        </a:defRPr>
      </a:lvl4pPr>
      <a:lvl5pPr marL="964326" algn="l" defTabSz="482163" rtl="0" eaLnBrk="1" latinLnBrk="0" hangingPunct="1">
        <a:defRPr sz="949" kern="1200">
          <a:solidFill>
            <a:schemeClr val="tx1"/>
          </a:solidFill>
          <a:latin typeface="+mn-lt"/>
          <a:ea typeface="+mn-ea"/>
          <a:cs typeface="+mn-cs"/>
        </a:defRPr>
      </a:lvl5pPr>
      <a:lvl6pPr marL="1205408" algn="l" defTabSz="482163" rtl="0" eaLnBrk="1" latinLnBrk="0" hangingPunct="1">
        <a:defRPr sz="949" kern="1200">
          <a:solidFill>
            <a:schemeClr val="tx1"/>
          </a:solidFill>
          <a:latin typeface="+mn-lt"/>
          <a:ea typeface="+mn-ea"/>
          <a:cs typeface="+mn-cs"/>
        </a:defRPr>
      </a:lvl6pPr>
      <a:lvl7pPr marL="1446489" algn="l" defTabSz="482163" rtl="0" eaLnBrk="1" latinLnBrk="0" hangingPunct="1">
        <a:defRPr sz="949" kern="1200">
          <a:solidFill>
            <a:schemeClr val="tx1"/>
          </a:solidFill>
          <a:latin typeface="+mn-lt"/>
          <a:ea typeface="+mn-ea"/>
          <a:cs typeface="+mn-cs"/>
        </a:defRPr>
      </a:lvl7pPr>
      <a:lvl8pPr marL="1687571" algn="l" defTabSz="482163" rtl="0" eaLnBrk="1" latinLnBrk="0" hangingPunct="1">
        <a:defRPr sz="949" kern="1200">
          <a:solidFill>
            <a:schemeClr val="tx1"/>
          </a:solidFill>
          <a:latin typeface="+mn-lt"/>
          <a:ea typeface="+mn-ea"/>
          <a:cs typeface="+mn-cs"/>
        </a:defRPr>
      </a:lvl8pPr>
      <a:lvl9pPr marL="1928652" algn="l" defTabSz="482163" rtl="0" eaLnBrk="1" latinLnBrk="0" hangingPunct="1">
        <a:defRPr sz="9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graph of stock market&#10;&#10;AI-generated content may be incorrect.">
            <a:extLst>
              <a:ext uri="{FF2B5EF4-FFF2-40B4-BE49-F238E27FC236}">
                <a16:creationId xmlns:a16="http://schemas.microsoft.com/office/drawing/2014/main" id="{164572FB-CC54-53D2-4081-45F25678BE4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4051" b="4051"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21BB72C-37B2-AC40-FF65-03D11E06A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Performance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600"/>
            </a:pPr>
            <a:r>
              <a:t>Last updated on the 03 January 2026 at 01:07 PM</a:t>
            </a:r>
          </a:p>
        </p:txBody>
      </p:sp>
    </p:spTree>
    <p:extLst>
      <p:ext uri="{BB962C8B-B14F-4D97-AF65-F5344CB8AC3E}">
        <p14:creationId xmlns:p14="http://schemas.microsoft.com/office/powerpoint/2010/main" val="127764754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Trade Plan and Brokerage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8600" y="1645920"/>
          <a:ext cx="4297676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0026"/>
                <a:gridCol w="535522"/>
                <a:gridCol w="495020"/>
                <a:gridCol w="495020"/>
                <a:gridCol w="765032"/>
                <a:gridCol w="688528"/>
                <a:gridCol w="688528"/>
              </a:tblGrid>
              <a:tr h="210312">
                <a:tc>
                  <a:txBody>
                    <a:bodyPr wrap="none" lIns="0" rIns="0">
                      <a:normAutofit/>
                    </a:bodyPr>
                    <a:lstStyle/>
                    <a:p>
                      <a:pPr algn="ctr">
                        <a:defRPr b="1" sz="800"/>
                      </a:pPr>
                      <a:r>
                        <a:t>Security</a:t>
                      </a:r>
                    </a:p>
                  </a:txBody>
                  <a:tcPr/>
                </a:tc>
                <a:tc>
                  <a:txBody>
                    <a:bodyPr wrap="none" lIns="0" rIns="0">
                      <a:normAutofit/>
                    </a:bodyPr>
                    <a:lstStyle/>
                    <a:p>
                      <a:pPr algn="ctr">
                        <a:defRPr b="1" sz="800"/>
                      </a:pPr>
                      <a:r>
                        <a:t>Current</a:t>
                      </a:r>
                    </a:p>
                  </a:txBody>
                  <a:tcPr/>
                </a:tc>
                <a:tc>
                  <a:txBody>
                    <a:bodyPr wrap="none" lIns="0" rIns="0">
                      <a:normAutofit/>
                    </a:bodyPr>
                    <a:lstStyle/>
                    <a:p>
                      <a:pPr algn="ctr">
                        <a:defRPr b="1" sz="800"/>
                      </a:pPr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 wrap="none" lIns="0" rIns="0">
                      <a:normAutofit/>
                    </a:bodyPr>
                    <a:lstStyle/>
                    <a:p>
                      <a:pPr algn="ctr">
                        <a:defRPr b="1" sz="800"/>
                      </a:pPr>
                      <a:r>
                        <a:t>Change</a:t>
                      </a:r>
                    </a:p>
                  </a:txBody>
                  <a:tcPr/>
                </a:tc>
                <a:tc>
                  <a:txBody>
                    <a:bodyPr wrap="none" lIns="0" rIns="0">
                      <a:normAutofit/>
                    </a:bodyPr>
                    <a:lstStyle/>
                    <a:p>
                      <a:pPr algn="ctr">
                        <a:defRPr b="1" sz="800"/>
                      </a:pPr>
                      <a:r>
                        <a:t>Last Price</a:t>
                      </a:r>
                    </a:p>
                  </a:txBody>
                  <a:tcPr/>
                </a:tc>
                <a:tc>
                  <a:txBody>
                    <a:bodyPr wrap="none" lIns="0" rIns="0">
                      <a:normAutofit/>
                    </a:bodyPr>
                    <a:lstStyle/>
                    <a:p>
                      <a:pPr algn="ctr">
                        <a:defRPr b="1" sz="800"/>
                      </a:pPr>
                      <a:r>
                        <a:t>Brokerage</a:t>
                      </a:r>
                    </a:p>
                  </a:txBody>
                  <a:tcPr/>
                </a:tc>
                <a:tc>
                  <a:txBody>
                    <a:bodyPr wrap="none" lIns="0" rIns="0">
                      <a:normAutofit/>
                    </a:bodyPr>
                    <a:lstStyle/>
                    <a:p>
                      <a:pPr algn="ctr">
                        <a:defRPr b="1" sz="800"/>
                      </a:pPr>
                      <a:r>
                        <a:t>Cash Flow</a:t>
                      </a:r>
                    </a:p>
                  </a:txBody>
                  <a:tcPr/>
                </a:tc>
              </a:tr>
              <a:tr h="210312">
                <a:tc>
                  <a:txBody>
                    <a:bodyPr wrap="none"/>
                    <a:lstStyle/>
                    <a:p>
                      <a:pPr algn="ctr">
                        <a:defRPr sz="900" b="1"/>
                      </a:pPr>
                      <a:r>
                        <a:t>A200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$145.21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</a:tr>
              <a:tr h="210312">
                <a:tc>
                  <a:txBody>
                    <a:bodyPr wrap="none"/>
                    <a:lstStyle/>
                    <a:p>
                      <a:pPr algn="ctr">
                        <a:defRPr sz="900" b="1"/>
                      </a:pPr>
                      <a:r>
                        <a:t>IEU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97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$101.61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$11.00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-$101.61</a:t>
                      </a:r>
                    </a:p>
                  </a:txBody>
                  <a:tcPr/>
                </a:tc>
              </a:tr>
              <a:tr h="210312">
                <a:tc>
                  <a:txBody>
                    <a:bodyPr wrap="none"/>
                    <a:lstStyle/>
                    <a:p>
                      <a:pPr algn="ctr">
                        <a:defRPr sz="900" b="1"/>
                      </a:pPr>
                      <a:r>
                        <a:t>IJP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$120.85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</a:tr>
              <a:tr h="210312">
                <a:tc>
                  <a:txBody>
                    <a:bodyPr wrap="none"/>
                    <a:lstStyle/>
                    <a:p>
                      <a:pPr algn="ctr">
                        <a:defRPr sz="900" b="1"/>
                      </a:pPr>
                      <a:r>
                        <a:t>IOO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43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$187.91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$11.00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-$187.91</a:t>
                      </a:r>
                    </a:p>
                  </a:txBody>
                  <a:tcPr/>
                </a:tc>
              </a:tr>
              <a:tr h="210312">
                <a:tc>
                  <a:txBody>
                    <a:bodyPr wrap="none"/>
                    <a:lstStyle/>
                    <a:p>
                      <a:pPr algn="ctr">
                        <a:defRPr sz="900" b="1"/>
                      </a:pPr>
                      <a:r>
                        <a:t>IVV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102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$68.31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$11.00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-$68.31</a:t>
                      </a:r>
                    </a:p>
                  </a:txBody>
                  <a:tcPr/>
                </a:tc>
              </a:tr>
              <a:tr h="210312">
                <a:tc>
                  <a:txBody>
                    <a:bodyPr wrap="none"/>
                    <a:lstStyle/>
                    <a:p>
                      <a:pPr algn="ctr">
                        <a:defRPr sz="900" b="1"/>
                      </a:pPr>
                      <a:r>
                        <a:t>MTUM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$28.75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</a:tr>
              <a:tr h="210312">
                <a:tc>
                  <a:txBody>
                    <a:bodyPr wrap="none"/>
                    <a:lstStyle/>
                    <a:p>
                      <a:pPr algn="ctr">
                        <a:defRPr sz="900" b="1"/>
                      </a:pPr>
                      <a:r>
                        <a:t>MVW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55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57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$38.14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$11.00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$76.28</a:t>
                      </a:r>
                    </a:p>
                  </a:txBody>
                  <a:tcPr/>
                </a:tc>
              </a:tr>
              <a:tr h="210312">
                <a:tc>
                  <a:txBody>
                    <a:bodyPr wrap="none"/>
                    <a:lstStyle/>
                    <a:p>
                      <a:pPr algn="ctr">
                        <a:defRPr sz="900" b="1"/>
                      </a:pPr>
                      <a:r>
                        <a:t>QHAL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55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55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$53.17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</a:tr>
              <a:tr h="210312">
                <a:tc>
                  <a:txBody>
                    <a:bodyPr wrap="none"/>
                    <a:lstStyle/>
                    <a:p>
                      <a:pPr algn="ctr">
                        <a:defRPr sz="900" b="1"/>
                      </a:pPr>
                      <a:r>
                        <a:t>QLTY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165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164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$32.92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$11.00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-$32.92</a:t>
                      </a:r>
                    </a:p>
                  </a:txBody>
                  <a:tcPr/>
                </a:tc>
              </a:tr>
              <a:tr h="210312">
                <a:tc>
                  <a:txBody>
                    <a:bodyPr wrap="none"/>
                    <a:lstStyle/>
                    <a:p>
                      <a:pPr algn="ctr">
                        <a:defRPr sz="900" b="1"/>
                      </a:pPr>
                      <a:r>
                        <a:t>QUAL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83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82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$61.81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$11.00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-$61.81</a:t>
                      </a:r>
                    </a:p>
                  </a:txBody>
                  <a:tcPr/>
                </a:tc>
              </a:tr>
              <a:tr h="210312">
                <a:tc>
                  <a:txBody>
                    <a:bodyPr wrap="none"/>
                    <a:lstStyle/>
                    <a:p>
                      <a:pPr algn="ctr">
                        <a:defRPr sz="900" b="1"/>
                      </a:pPr>
                      <a:r>
                        <a:t>SMH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$558.97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1645920"/>
          <a:ext cx="4297676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0026"/>
                <a:gridCol w="535522"/>
                <a:gridCol w="495020"/>
                <a:gridCol w="495020"/>
                <a:gridCol w="765032"/>
                <a:gridCol w="688528"/>
                <a:gridCol w="688528"/>
              </a:tblGrid>
              <a:tr h="210312">
                <a:tc>
                  <a:txBody>
                    <a:bodyPr wrap="none" lIns="0" rIns="0">
                      <a:normAutofit/>
                    </a:bodyPr>
                    <a:lstStyle/>
                    <a:p>
                      <a:pPr algn="ctr">
                        <a:defRPr b="1" sz="800"/>
                      </a:pPr>
                      <a:r>
                        <a:t>Security</a:t>
                      </a:r>
                    </a:p>
                  </a:txBody>
                  <a:tcPr/>
                </a:tc>
                <a:tc>
                  <a:txBody>
                    <a:bodyPr wrap="none" lIns="0" rIns="0">
                      <a:normAutofit/>
                    </a:bodyPr>
                    <a:lstStyle/>
                    <a:p>
                      <a:pPr algn="ctr">
                        <a:defRPr b="1" sz="800"/>
                      </a:pPr>
                      <a:r>
                        <a:t>Current</a:t>
                      </a:r>
                    </a:p>
                  </a:txBody>
                  <a:tcPr/>
                </a:tc>
                <a:tc>
                  <a:txBody>
                    <a:bodyPr wrap="none" lIns="0" rIns="0">
                      <a:normAutofit/>
                    </a:bodyPr>
                    <a:lstStyle/>
                    <a:p>
                      <a:pPr algn="ctr">
                        <a:defRPr b="1" sz="800"/>
                      </a:pPr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 wrap="none" lIns="0" rIns="0">
                      <a:normAutofit/>
                    </a:bodyPr>
                    <a:lstStyle/>
                    <a:p>
                      <a:pPr algn="ctr">
                        <a:defRPr b="1" sz="800"/>
                      </a:pPr>
                      <a:r>
                        <a:t>Change</a:t>
                      </a:r>
                    </a:p>
                  </a:txBody>
                  <a:tcPr/>
                </a:tc>
                <a:tc>
                  <a:txBody>
                    <a:bodyPr wrap="none" lIns="0" rIns="0">
                      <a:normAutofit/>
                    </a:bodyPr>
                    <a:lstStyle/>
                    <a:p>
                      <a:pPr algn="ctr">
                        <a:defRPr b="1" sz="800"/>
                      </a:pPr>
                      <a:r>
                        <a:t>Last Price</a:t>
                      </a:r>
                    </a:p>
                  </a:txBody>
                  <a:tcPr/>
                </a:tc>
                <a:tc>
                  <a:txBody>
                    <a:bodyPr wrap="none" lIns="0" rIns="0">
                      <a:normAutofit/>
                    </a:bodyPr>
                    <a:lstStyle/>
                    <a:p>
                      <a:pPr algn="ctr">
                        <a:defRPr b="1" sz="800"/>
                      </a:pPr>
                      <a:r>
                        <a:t>Brokerage</a:t>
                      </a:r>
                    </a:p>
                  </a:txBody>
                  <a:tcPr/>
                </a:tc>
                <a:tc>
                  <a:txBody>
                    <a:bodyPr wrap="none" lIns="0" rIns="0">
                      <a:normAutofit/>
                    </a:bodyPr>
                    <a:lstStyle/>
                    <a:p>
                      <a:pPr algn="ctr">
                        <a:defRPr b="1" sz="800"/>
                      </a:pPr>
                      <a:r>
                        <a:t>Cash Flow</a:t>
                      </a:r>
                    </a:p>
                  </a:txBody>
                  <a:tcPr/>
                </a:tc>
              </a:tr>
              <a:tr h="210312">
                <a:tc>
                  <a:txBody>
                    <a:bodyPr wrap="none"/>
                    <a:lstStyle/>
                    <a:p>
                      <a:pPr algn="ctr">
                        <a:defRPr sz="900" b="1"/>
                      </a:pPr>
                      <a:r>
                        <a:t>SMLL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1117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1117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$4.68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</a:tr>
              <a:tr h="210312">
                <a:tc>
                  <a:txBody>
                    <a:bodyPr wrap="none"/>
                    <a:lstStyle/>
                    <a:p>
                      <a:pPr algn="ctr">
                        <a:defRPr sz="900" b="1"/>
                      </a:pPr>
                      <a:r>
                        <a:t>SPY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$1,022.97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</a:tr>
              <a:tr h="210312">
                <a:tc>
                  <a:txBody>
                    <a:bodyPr wrap="none"/>
                    <a:lstStyle/>
                    <a:p>
                      <a:pPr algn="ctr">
                        <a:defRPr sz="900" b="1"/>
                      </a:pPr>
                      <a:r>
                        <a:t>VAS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$108.26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</a:tr>
              <a:tr h="210312">
                <a:tc>
                  <a:txBody>
                    <a:bodyPr wrap="none"/>
                    <a:lstStyle/>
                    <a:p>
                      <a:pPr algn="ctr">
                        <a:defRPr sz="900" b="1"/>
                      </a:pPr>
                      <a:r>
                        <a:t>VDHG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$74.00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</a:tr>
              <a:tr h="210312">
                <a:tc>
                  <a:txBody>
                    <a:bodyPr wrap="none"/>
                    <a:lstStyle/>
                    <a:p>
                      <a:pPr algn="ctr">
                        <a:defRPr sz="900" b="1"/>
                      </a:pPr>
                      <a:r>
                        <a:t>VGE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97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$89.68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$11.00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-$89.68</a:t>
                      </a:r>
                    </a:p>
                  </a:txBody>
                  <a:tcPr/>
                </a:tc>
              </a:tr>
              <a:tr h="210312">
                <a:tc>
                  <a:txBody>
                    <a:bodyPr wrap="none"/>
                    <a:lstStyle/>
                    <a:p>
                      <a:pPr algn="ctr">
                        <a:defRPr sz="900" b="1"/>
                      </a:pPr>
                      <a:r>
                        <a:t>VGS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55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55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$153.21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</a:tr>
              <a:tr h="210312">
                <a:tc>
                  <a:txBody>
                    <a:bodyPr wrap="none"/>
                    <a:lstStyle/>
                    <a:p>
                      <a:pPr algn="ctr">
                        <a:defRPr sz="900" b="1"/>
                      </a:pPr>
                      <a:r>
                        <a:t>VLU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$317.54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</a:tr>
              <a:tr h="210312">
                <a:tc>
                  <a:txBody>
                    <a:bodyPr wrap="none"/>
                    <a:lstStyle/>
                    <a:p>
                      <a:pPr algn="ctr">
                        <a:defRPr sz="900" b="1"/>
                      </a:pPr>
                      <a:r>
                        <a:t>VLUE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189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188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$33.50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$11.00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-$33.50</a:t>
                      </a:r>
                    </a:p>
                  </a:txBody>
                  <a:tcPr/>
                </a:tc>
              </a:tr>
              <a:tr h="210312">
                <a:tc>
                  <a:txBody>
                    <a:bodyPr wrap="none"/>
                    <a:lstStyle/>
                    <a:p>
                      <a:pPr algn="ctr">
                        <a:defRPr sz="900" b="1"/>
                      </a:pPr>
                      <a:r>
                        <a:t>VMIN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116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117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$62.98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$62.98</a:t>
                      </a:r>
                    </a:p>
                  </a:txBody>
                  <a:tcPr/>
                </a:tc>
              </a:tr>
              <a:tr h="210312">
                <a:tc>
                  <a:txBody>
                    <a:bodyPr wrap="none"/>
                    <a:lstStyle/>
                    <a:p>
                      <a:pPr algn="ctr">
                        <a:defRPr sz="900" b="1"/>
                      </a:pPr>
                      <a:r>
                        <a:t>VSO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67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$77.21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$11.00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$77.21</a:t>
                      </a:r>
                    </a:p>
                  </a:txBody>
                  <a:tcPr/>
                </a:tc>
              </a:tr>
              <a:tr h="210312">
                <a:tc>
                  <a:txBody>
                    <a:bodyPr wrap="none"/>
                    <a:lstStyle/>
                    <a:p>
                      <a:pPr algn="ctr">
                        <a:defRPr sz="900" b="1"/>
                      </a:pPr>
                      <a:r>
                        <a:t>VVLU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41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41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$79.98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 b="1"/>
            </a:pPr>
            <a:r>
              <a:rPr sz="1400" b="1"/>
              <a:t>Total Portfolio: $100,912.96</a:t>
            </a:r>
            <a:r>
              <a:rPr sz="1400">
                <a:solidFill>
                  <a:srgbClr val="C00000"/>
                </a:solidFill>
              </a:rPr>
              <a:t> (-888.53)</a:t>
            </a:r>
            <a:r>
              <a:rPr sz="1400" b="1">
                <a:solidFill>
                  <a:srgbClr val="000000"/>
                </a:solidFill>
              </a:rPr>
              <a:t>     Total Brokerage: $99.00     </a:t>
            </a:r>
            <a:r>
              <a:rPr sz="1400" b="1"/>
              <a:t>Net Invested: $101,272.23</a:t>
            </a:r>
            <a:r>
              <a:rPr sz="1400">
                <a:solidFill>
                  <a:srgbClr val="C00000"/>
                </a:solidFill>
              </a:rPr>
              <a:t> (-763.97)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530352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/>
            </a:pPr>
            <a:r>
              <a:t>Cash: -359 AUD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Performance</a:t>
            </a:r>
          </a:p>
        </p:txBody>
      </p:sp>
      <p:pic>
        <p:nvPicPr>
          <p:cNvPr id="3" name="Picture 2" descr="perf_vs_ind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498079" cy="4023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892040"/>
            <a:ext cx="7498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Return Summary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5166360"/>
          <a:ext cx="7498079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9615"/>
                <a:gridCol w="1499615"/>
                <a:gridCol w="1499615"/>
                <a:gridCol w="1499615"/>
                <a:gridCol w="1499619"/>
              </a:tblGrid>
              <a:tr h="146304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3Y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Portfolio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1.91%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9.73%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16.14%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39.18%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ASX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-1.28%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2.80%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7.11%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24.88%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S&amp;P 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2.35%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10.32%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16.39%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78.29%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NASDAQ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2.57%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14.10%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20.36%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122.06%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Fama–French Benchmarks vs Portfolio</a:t>
            </a:r>
          </a:p>
        </p:txBody>
      </p:sp>
      <p:pic>
        <p:nvPicPr>
          <p:cNvPr id="3" name="Picture 2" descr="ff_bench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51560"/>
            <a:ext cx="7498079" cy="3337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160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Return Summary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4434840"/>
          <a:ext cx="73152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12573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3Y</a:t>
                      </a:r>
                    </a:p>
                  </a:txBody>
                  <a:tcPr/>
                </a:tc>
              </a:tr>
              <a:tr h="12573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Portfolio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4.50%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12.71%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18.03%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38.45%</a:t>
                      </a:r>
                    </a:p>
                  </a:txBody>
                  <a:tcPr/>
                </a:tc>
              </a:tr>
              <a:tr h="12573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Market (Mkt-RF)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6.29%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17.25%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15.43%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48.96%</a:t>
                      </a:r>
                    </a:p>
                  </a:txBody>
                  <a:tcPr/>
                </a:tc>
              </a:tr>
              <a:tr h="12573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SMB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-1.94%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1.93%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-10.60%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-16.82%</a:t>
                      </a:r>
                    </a:p>
                  </a:txBody>
                  <a:tcPr/>
                </a:tc>
              </a:tr>
              <a:tr h="12573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HML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-0.17%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0.77%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0.17%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-5.00%</a:t>
                      </a:r>
                    </a:p>
                  </a:txBody>
                  <a:tcPr/>
                </a:tc>
              </a:tr>
              <a:tr h="12573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RMW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-6.44%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-9.65%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-9.85%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-8.55%</a:t>
                      </a:r>
                    </a:p>
                  </a:txBody>
                  <a:tcPr/>
                </a:tc>
              </a:tr>
              <a:tr h="12573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CMA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-5.33%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-4.00%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-5.63%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-12.92%</a:t>
                      </a:r>
                    </a:p>
                  </a:txBody>
                  <a:tcPr/>
                </a:tc>
              </a:tr>
              <a:tr h="12573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MOM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3.86%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1.22%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4.86%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30.01%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Efficient Frontier</a:t>
            </a:r>
          </a:p>
        </p:txBody>
      </p:sp>
      <p:pic>
        <p:nvPicPr>
          <p:cNvPr id="3" name="Picture 2" descr="efficient_front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00" y="1281600"/>
            <a:ext cx="5392800" cy="43200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0000" y="1461599"/>
          <a:ext cx="26928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7600"/>
                <a:gridCol w="897600"/>
                <a:gridCol w="897600"/>
              </a:tblGrid>
              <a:tr h="25920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Vol (ann.)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Return (ann.)</a:t>
                      </a:r>
                    </a:p>
                  </a:txBody>
                  <a:tcPr/>
                </a:tc>
              </a:tr>
              <a:tr h="25920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3.68%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22.05%</a:t>
                      </a:r>
                    </a:p>
                  </a:txBody>
                  <a:tcPr/>
                </a:tc>
              </a:tr>
              <a:tr h="25920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Previous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3.68%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22.05%</a:t>
                      </a:r>
                    </a:p>
                  </a:txBody>
                  <a:tcPr/>
                </a:tc>
              </a:tr>
              <a:tr h="25920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With Tilts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14.59%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28.15%</a:t>
                      </a:r>
                    </a:p>
                  </a:txBody>
                  <a:tcPr/>
                </a:tc>
              </a:tr>
              <a:tr h="25920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3.69%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22.08%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0000" y="3618000"/>
          <a:ext cx="26928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800"/>
                <a:gridCol w="448800"/>
                <a:gridCol w="448800"/>
                <a:gridCol w="448800"/>
                <a:gridCol w="448800"/>
                <a:gridCol w="448800"/>
              </a:tblGrid>
              <a:tr h="185142">
                <a:tc>
                  <a:txBody>
                    <a:bodyPr/>
                    <a:lstStyle/>
                    <a:p>
                      <a:pPr algn="ctr">
                        <a:defRPr sz="900" b="1"/>
                      </a:pPr>
                      <a: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/>
                      </a:pPr>
                      <a:r>
                        <a:t>With Tilts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/>
                      </a:pPr>
                      <a:r>
                        <a:t>Without Tilts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/>
                      </a:pPr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/>
                      </a:pPr>
                      <a:r>
                        <a:t>With -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/>
                      </a:pPr>
                      <a:r>
                        <a:t>Without - Target</a:t>
                      </a:r>
                    </a:p>
                  </a:txBody>
                  <a:tcPr/>
                </a:tc>
              </a:tr>
              <a:tr h="185142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Mkt-RF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0.685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0.050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0.885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-0.200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-0.835</a:t>
                      </a:r>
                    </a:p>
                  </a:txBody>
                  <a:tcPr/>
                </a:tc>
              </a:tr>
              <a:tr h="185142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SMB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-0.046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-0.003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-0.035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-0.011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0.032</a:t>
                      </a:r>
                    </a:p>
                  </a:txBody>
                  <a:tcPr/>
                </a:tc>
              </a:tr>
              <a:tr h="185142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HML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0.199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0.086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0.394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-0.195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-0.308</a:t>
                      </a:r>
                    </a:p>
                  </a:txBody>
                  <a:tcPr/>
                </a:tc>
              </a:tr>
              <a:tr h="185142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RMW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-0.081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0.016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-0.126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0.045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0.142</a:t>
                      </a:r>
                    </a:p>
                  </a:txBody>
                  <a:tcPr/>
                </a:tc>
              </a:tr>
              <a:tr h="185142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CMA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0.088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-0.057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-0.012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-0.157</a:t>
                      </a:r>
                    </a:p>
                  </a:txBody>
                  <a:tcPr/>
                </a:tc>
              </a:tr>
              <a:tr h="185148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MOM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-0.020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0.047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-0.099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0.079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0.146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bus PowerPoint Theme">
  <a:themeElements>
    <a:clrScheme name="CBUS PPT">
      <a:dk1>
        <a:sysClr val="windowText" lastClr="000000"/>
      </a:dk1>
      <a:lt1>
        <a:sysClr val="window" lastClr="FFFFFF"/>
      </a:lt1>
      <a:dk2>
        <a:srgbClr val="5E5E5D"/>
      </a:dk2>
      <a:lt2>
        <a:srgbClr val="7EC4A2"/>
      </a:lt2>
      <a:accent1>
        <a:srgbClr val="005DAA"/>
      </a:accent1>
      <a:accent2>
        <a:srgbClr val="81BD41"/>
      </a:accent2>
      <a:accent3>
        <a:srgbClr val="33A038"/>
      </a:accent3>
      <a:accent4>
        <a:srgbClr val="D57920"/>
      </a:accent4>
      <a:accent5>
        <a:srgbClr val="EAB813"/>
      </a:accent5>
      <a:accent6>
        <a:srgbClr val="008A44"/>
      </a:accent6>
      <a:hlink>
        <a:srgbClr val="BBD9EA"/>
      </a:hlink>
      <a:folHlink>
        <a:srgbClr val="3C90D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bus PowerPoint Theme" id="{8A91E39A-4D15-4A8F-B1F2-ADDF6F0AA312}" vid="{26659C4F-CFCF-4DC4-B43F-649DA43B19A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 Theme</Template>
  <TotalTime>6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Roboto</vt:lpstr>
      <vt:lpstr>Cbus PowerPoint Theme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FIONN WYATT GUINA</dc:creator>
  <cp:lastModifiedBy>FIONN WYATT GUINA</cp:lastModifiedBy>
  <cp:revision>3</cp:revision>
  <dcterms:created xsi:type="dcterms:W3CDTF">2025-11-08T04:21:46Z</dcterms:created>
  <dcterms:modified xsi:type="dcterms:W3CDTF">2025-11-09T06:16:08Z</dcterms:modified>
</cp:coreProperties>
</file>